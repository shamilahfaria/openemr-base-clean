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rCgJJvpeSXoW42cH0sFWWa5Y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(20s): Week 1 my agent read structured OpenEMR data with verified citations. Week 2 it learns to SEE documents and ROUTE work — without losing grounding.</a:t>
            </a:r>
            <a:br>
              <a:rPr lang="en-US"/>
            </a:br>
            <a:br>
              <a:rPr lang="en-US"/>
            </a:br>
            <a:r>
              <a:rPr lang="en-US"/>
              <a:t>FLOW (90s): Walk the diagram left to right. (1) Upload: attach_and_extract stores the original in OpenEMR as a DocumentReference FIRST — content-hash idempotency, so no duplicate or untraceable records; that ID anchors all lineage. (2) The LangGraph supervisor owns a typed Pydantic state and decides: extract? retrieve evidence? or answer? Every routing decision is a structured log event — the supervisor is inspectable, never a black box. (3) Intake-extractor: Claude vision reads the scan, output is forced through strict Pydantic schemas — schema is the contract, raw VLM output can never bypass it. Fields the model can't ground get low-confidence + null, not inventions. Bounding boxes are captured AT extraction time — that's what powers the required PDF overlay; designed in, not bolted on. Derived labs persist as FHIR Observations with derivedFrom links. (4) Evidence-retriever: hybrid RAG over a chronic-care guideline corpus (ADA, ACC/AHA, USPSTF) — chosen because it maps directly onto lab-PDF values like A1c and lipids. BM25 via SQLite FTS5 plus dense embeddings, fused, then Cohere Rerank; only top-5 grounded snippets reach the answer model. (5) The verifier extends Week 1: every claim resolves to either a patient-record citation or a guideline citation, rendered separately in the UI.</a:t>
            </a:r>
            <a:br>
              <a:rPr lang="en-US"/>
            </a:br>
            <a:br>
              <a:rPr lang="en-US"/>
            </a:br>
            <a:r>
              <a:rPr lang="en-US"/>
              <a:t>CLOSE (30s): Bottom rails are the spine: one correlation ID reconstructs the full multi-agent trace — supervisor span, worker child spans, sub-calls. And the mint box is the hard gate — I'll defend it on the next slide.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DECISIONS (60s): Four choices define this build. LangGraph — but deliberately tiny: four nodes that wrap my existing Week 1 tool code, so I get an inspectable, checkpointable graph without a mid-week rewrite. Store-then-extract: the source document lands in OpenEMR before any extraction, keyed by content hash — that's how FHIR round-trip integrity and lineage come for free. Schemas are the source of truth, not model output. And the RAG stack is in-process — SQLite FTS5 for keyword, dense embeddings, Cohere Rerank on top — zero new infrastructure on Railway, and the index rebuilds from the repo, which also answers the backup/recovery requirement.</a:t>
            </a:r>
            <a:br>
              <a:rPr lang="en-US"/>
            </a:br>
            <a:br>
              <a:rPr lang="en-US"/>
            </a:br>
            <a:r>
              <a:rPr lang="en-US"/>
              <a:t>GATE (60s): The assignment's hard gate: graders inject a regression and CI must catch it. My gate is 50 golden cases with boolean rubrics — not 1-to-10 vibes — across the five required categories. Baseline scores are committed; a drop of more than 5% in ANY category, or below threshold, fails the build via GitLab CI plus a pre-push hook. Critically, the gate is built on day one with a minimal set, so every subsequent feature lands against a working gate.</a:t>
            </a:r>
            <a:br>
              <a:rPr lang="en-US"/>
            </a:br>
            <a:br>
              <a:rPr lang="en-US"/>
            </a:br>
            <a:r>
              <a:rPr lang="en-US"/>
              <a:t>RISKS (45s): The scary one is vision hallucination — mitigated three ways: per-field confidence with nulls instead of guesses, bounding-box-anchored citations so every fact points at pixels, and a dedicated eval category. Reranker down? Fall back to fused hybrid scores and report degraded readiness. Cost stays bounded because extraction is per-document and cached, not per-question.</a:t>
            </a:r>
            <a:br>
              <a:rPr lang="en-US"/>
            </a:br>
            <a:br>
              <a:rPr lang="en-US"/>
            </a:br>
            <a:r>
              <a:rPr lang="en-US"/>
              <a:t>CLOSE (15s): The best Week 2 submissions are 'narrower than the spec and stronger because of it' — this is exactly that: two document types, two workers, one gate, all grounded, all observable, all regression-proof.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LangGraph (and why kept tiny)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"The assignment asks for an inspectable orchestration framework, and LangGraph is the most defensible pick: routing lives in an explicit typed state graph, not buried in prompt logic. But the real decision was discipline — four nodes, and each worker wraps my existing Week 1 tool code rather than rewriting it. I get checkpointable state and loggable handoffs without betting a one-week sprint on porting a working agent into a new framework. The graph is small enough that I can explain every routing decision, which is exactly what 'the supervisor must not be a black box' demands."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a supervisor + 2 workers, with the answerer as a separate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"Intake-extractor and evidence-retriever are the two required workers. I split the answerer-plus-verifier into its own node — not a third worker — because the assignment says the supervisor decides when the final answer is ready. Making that a distinct, inspectable step means the verification gate on citations is structural, not a prompt suggestion."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store-then-extract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"The document lands in OpenEMR as a DocumentReference before any AI touches it, keyed by content hash. That one ordering decision buys three requirements at once: FHIR round-trip integrity with zero duplicate records — re-uploads are idempotent; complete lineage — every derived fact points back at a real DocumentReference ID; and clean data authority — OpenEMR stays the single source of truth, the agent is never authoritative."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strict Pydantic schemas as the contract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"The failure mode of vision models isn't that they can't read — it's that they confidently invent. So the schema, not the model, is the source of truth: raw VLM output can never bypass validation, unknown fields are forbidden, and anything the model can't ground becomes a low-confidence null instead of a guess. Unsupported facts are visible by construction. Bounding boxes are captured at extraction time because the citation overlay is a core requirement — designing it in is cheap; bolting it on later means re-extracting everything."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the chronic-care corpus (HTN / T2DM / lipids)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"The demo scenario is a follow-up visit with a scanned lab PDF. A1c, lipid panels, blood pressure — those values map directly onto ADA, ACC/AHA, and USPSTF guidelines, which are free, authoritative, and exactly the 'agreed practices the office follows' the assignment describes. Extraction and retrieval demo cleanly in one flow: the lab value we extracted is the thing the guideline speaks to."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in-process hybrid RAG (SQLite FTS5 + embeddings + Cohere Rerank)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BM25 through SQLite FTS5 plus dense embeddings, fused, then Cohere Rerank, all inside the sidecar — zero new services on Railway, nothing new to monitor or secure. And because the index rebuilds from the repo with one command, the backup-and-recovery requirement for the corpus is answered for free: the recovery procedure is git clone and rebuild. If the reranker is down, I degrade to fused hybrid scores and /ready reports it — graceful degradation, not an outage."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the eval gate is built on day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"Graders will inject a regression, and the gate has to catch it — that's pass/fail. So the gate isn't the last feature, it's the first: a minimal golden set is wired into CI at MVP, and every subsequent feature lands against a working gate. Boolean rubrics over 1-to-10 scores because a boolean failure is actionable — you know exactly which case broke and which category regressed. Baselines are committed, so a regression is a diff, not a debate."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extraction is cached per document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"Extraction is the expensive, slow step, so it runs once per document — keyed by content hash — not once per question. Ten questions about the same lab PDF cost one extraction. That's the difference between a cost model that scales with documents and one that scales with curiosity."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asked about follow-up questions: "The supervisor's typed state persists per session, so a follow-up re-enters the graph with the gathered facts and citations intact — it routes to more retrieval only if the new question needs it."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Co-Pilot — Week 2: Multimodal Evidence Agent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804672"/>
            <a:ext cx="11274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agent learns to SEE (lab PDF + intake form → strict schemas → FHIR) and to ROUTE (LangGraph supervisor + 2 workers) — without losing grounding.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371600"/>
            <a:ext cx="1691640" cy="1097280"/>
          </a:xfrm>
          <a:prstGeom prst="roundRect">
            <a:avLst>
              <a:gd fmla="val 5000" name="adj"/>
            </a:avLst>
          </a:prstGeom>
          <a:solidFill>
            <a:srgbClr val="343F8F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30352" y="1371600"/>
            <a:ext cx="1545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Clinician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uploads doc,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asks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977640" y="1371600"/>
            <a:ext cx="2834640" cy="1097280"/>
          </a:xfrm>
          <a:prstGeom prst="roundRect">
            <a:avLst>
              <a:gd fmla="val 5000" name="adj"/>
            </a:avLst>
          </a:prstGeom>
          <a:solidFill>
            <a:srgbClr val="2A357E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050792" y="1371600"/>
            <a:ext cx="2688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 (LangGraph)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typed Pydantic state · every 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decision logged + explainable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52360" y="1371600"/>
            <a:ext cx="2606040" cy="1097280"/>
          </a:xfrm>
          <a:prstGeom prst="roundRect">
            <a:avLst>
              <a:gd fmla="val 5000" name="adj"/>
            </a:avLst>
          </a:prstGeom>
          <a:solidFill>
            <a:srgbClr val="2A357E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525512" y="1371600"/>
            <a:ext cx="24597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ANSWERER + VERIFIER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patient facts vs guideline evidence,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per-claim citations · safe fallback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88920" y="3108960"/>
            <a:ext cx="2514600" cy="1463040"/>
          </a:xfrm>
          <a:prstGeom prst="roundRect">
            <a:avLst>
              <a:gd fmla="val 3750" name="adj"/>
            </a:avLst>
          </a:prstGeom>
          <a:solidFill>
            <a:srgbClr val="2A357E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62072" y="3108960"/>
            <a:ext cx="236829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INTAKE-EXTRACTOR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Claude vision → strict Pydantic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schemas (lab_pdf, intake_form)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per-field confidence + bbox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citation overlay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715000" y="3108960"/>
            <a:ext cx="2514600" cy="1463040"/>
          </a:xfrm>
          <a:prstGeom prst="roundRect">
            <a:avLst>
              <a:gd fmla="val 3750" name="adj"/>
            </a:avLst>
          </a:prstGeom>
          <a:solidFill>
            <a:srgbClr val="2A357E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788152" y="3108960"/>
            <a:ext cx="236829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EVIDENCE-RETRIEVER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hybrid RAG: BM25 (FTS5)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+ dense embeddings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Cohere Rerank → top-5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snippets w/ source 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88920" y="5074920"/>
            <a:ext cx="2514600" cy="868680"/>
          </a:xfrm>
          <a:prstGeom prst="roundRect">
            <a:avLst>
              <a:gd fmla="val 6316" name="adj"/>
            </a:avLst>
          </a:prstGeom>
          <a:solidFill>
            <a:srgbClr val="222C6B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862072" y="5074920"/>
            <a:ext cx="23682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OpenEMR (FHIR)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DocumentReference + derived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Observations · single source of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715000" y="5074920"/>
            <a:ext cx="2514600" cy="868680"/>
          </a:xfrm>
          <a:prstGeom prst="roundRect">
            <a:avLst>
              <a:gd fmla="val 6316" name="adj"/>
            </a:avLst>
          </a:prstGeom>
          <a:solidFill>
            <a:srgbClr val="222C6B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788152" y="5074920"/>
            <a:ext cx="23682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Guideline Index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HTN / T2DM / lipids corpus ·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SQLite, rebuilt from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1"/>
          <p:cNvCxnSpPr/>
          <p:nvPr/>
        </p:nvCxnSpPr>
        <p:spPr>
          <a:xfrm>
            <a:off x="2148840" y="1920240"/>
            <a:ext cx="1828800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" name="Google Shape;33;p1"/>
          <p:cNvCxnSpPr/>
          <p:nvPr/>
        </p:nvCxnSpPr>
        <p:spPr>
          <a:xfrm>
            <a:off x="6812280" y="1920240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" name="Google Shape;34;p1"/>
          <p:cNvCxnSpPr/>
          <p:nvPr/>
        </p:nvCxnSpPr>
        <p:spPr>
          <a:xfrm>
            <a:off x="4572000" y="2468880"/>
            <a:ext cx="0" cy="64008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" name="Google Shape;35;p1"/>
          <p:cNvCxnSpPr/>
          <p:nvPr/>
        </p:nvCxnSpPr>
        <p:spPr>
          <a:xfrm>
            <a:off x="6309360" y="2468880"/>
            <a:ext cx="0" cy="64008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" name="Google Shape;36;p1"/>
          <p:cNvCxnSpPr/>
          <p:nvPr/>
        </p:nvCxnSpPr>
        <p:spPr>
          <a:xfrm>
            <a:off x="4023360" y="4572000"/>
            <a:ext cx="0" cy="50292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" name="Google Shape;37;p1"/>
          <p:cNvCxnSpPr/>
          <p:nvPr/>
        </p:nvCxnSpPr>
        <p:spPr>
          <a:xfrm>
            <a:off x="6949440" y="4572000"/>
            <a:ext cx="0" cy="50292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" name="Google Shape;38;p1"/>
          <p:cNvSpPr/>
          <p:nvPr/>
        </p:nvSpPr>
        <p:spPr>
          <a:xfrm>
            <a:off x="7452360" y="2505456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cited answer → UI (source-grounded, click-to-source)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0287000" y="1371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0287000" y="19202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document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10287000" y="254203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0287000" y="3090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golden eval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10287000" y="37124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0287000" y="42611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boolean rubrics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0287000" y="488289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0287000" y="54315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alerts + SLOs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57200" y="6172200"/>
            <a:ext cx="5577840" cy="457200"/>
          </a:xfrm>
          <a:prstGeom prst="roundRect">
            <a:avLst>
              <a:gd fmla="val 12000" name="adj"/>
            </a:avLst>
          </a:prstGeom>
          <a:solidFill>
            <a:srgbClr val="222C6B"/>
          </a:solidFill>
          <a:ln cap="flat" cmpd="sng" w="12700">
            <a:solidFill>
              <a:srgbClr val="445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530352" y="6172200"/>
            <a:ext cx="54315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66928" y="61722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OBSERVABILITY   correlation ID → supervisor span → worker spans · Langfuse dashboard · PHI-free logs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217920" y="6172200"/>
            <a:ext cx="5513832" cy="457200"/>
          </a:xfrm>
          <a:prstGeom prst="roundRect">
            <a:avLst>
              <a:gd fmla="val 12000" name="adj"/>
            </a:avLst>
          </a:prstGeom>
          <a:solidFill>
            <a:srgbClr val="0E4D40"/>
          </a:solidFill>
          <a:ln cap="flat" cmpd="sng" w="158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6327648" y="61722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EVAL GATE   50-case golden set · boolean rubrics · PR-blocking: any category −5% fails the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Architecture Defense — decisions, risks, and proof of quality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1051560"/>
            <a:ext cx="5577840" cy="2377440"/>
          </a:xfrm>
          <a:prstGeom prst="roundRect">
            <a:avLst>
              <a:gd fmla="val 3077" name="adj"/>
            </a:avLst>
          </a:prstGeom>
          <a:solidFill>
            <a:srgbClr val="EEF3FC"/>
          </a:solidFill>
          <a:ln cap="flat" cmpd="sng" w="12700">
            <a:solidFill>
              <a:srgbClr val="D5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85800" y="1271016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60120" y="11612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decisions (and why)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31520" y="155448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LangGraph, kept tiny: 4 nodes wrapping Week 1 tool code — inspectable state graph, no rewrite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Store-then-extract: DocumentReference first, content-hash idempotent → FHIR round-trip with zero duplicates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Strict Pydantic schemas are the canonical contract — VLM output never bypasses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In-process hybrid RAG (SQLite FTS5 + embeddings + Cohere Rerank): no new infra, index rebuilds from repo = free backup story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309360" y="1051560"/>
            <a:ext cx="5422392" cy="2377440"/>
          </a:xfrm>
          <a:prstGeom prst="roundRect">
            <a:avLst>
              <a:gd fmla="val 3077" name="adj"/>
            </a:avLst>
          </a:prstGeom>
          <a:solidFill>
            <a:srgbClr val="EEF3FC"/>
          </a:solidFill>
          <a:ln cap="flat" cmpd="sng" w="12700">
            <a:solidFill>
              <a:srgbClr val="D5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537960" y="1271016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812280" y="1161288"/>
            <a:ext cx="46908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hard gate (graders will inject a regression)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583680" y="1554480"/>
            <a:ext cx="487375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50-case golden set: extraction, retrieval, citations, refusals, missing-data — reproducible from repo alone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Boolean rubrics: schema_valid, citation_present, factually_consistent, safe_refusal, no_phi_in_logs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GitLab CI + pre-push hook; committed baseline — any category −5% or below threshold fails the 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Gate is built day 1 (MVP), not last — every later change lands against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7200" y="3657600"/>
            <a:ext cx="5577840" cy="2377440"/>
          </a:xfrm>
          <a:prstGeom prst="roundRect">
            <a:avLst>
              <a:gd fmla="val 3077" name="adj"/>
            </a:avLst>
          </a:prstGeom>
          <a:solidFill>
            <a:srgbClr val="EEF3FC"/>
          </a:solidFill>
          <a:ln cap="flat" cmpd="sng" w="12700">
            <a:solidFill>
              <a:srgbClr val="D5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85800" y="3877056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960120" y="37673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Top risks → mitigations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31520" y="416052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VLM hallucination → per-field confidence, bbox-anchored citations, factually_consistent eval category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Noisy scans → noisy fixtures in golden set; low-confidence fields degrade to 'needs human review', never guesses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Reranker outage → RRF-fused fallback, /ready reports per-dependency degraded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Cost/latency → extraction runs once per document (hash-cached), not per question; timeouts + retries on all outbound calls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309360" y="3657600"/>
            <a:ext cx="5422392" cy="2377440"/>
          </a:xfrm>
          <a:prstGeom prst="roundRect">
            <a:avLst>
              <a:gd fmla="val 3077" name="adj"/>
            </a:avLst>
          </a:prstGeom>
          <a:solidFill>
            <a:srgbClr val="EEF3FC"/>
          </a:solidFill>
          <a:ln cap="flat" cmpd="sng" w="12700">
            <a:solidFill>
              <a:srgbClr val="D5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537960" y="3877056"/>
            <a:ext cx="164592" cy="164592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812280" y="3767328"/>
            <a:ext cx="46908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Scope discipline &amp; delivery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83680" y="4160520"/>
            <a:ext cx="487375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Core only until green: 2 doc types, 2 workers, 1 gate — critic agent, 3rd doc type, ColQwen2 are stretch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Mon–Tue MVP: schemas + attach_and_extract + graph + gate wired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Wed–Thu: hybrid RAG + citation contract end-to-end + 50 cases + dashboard &amp; 3 alerts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2B3A5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3A5C"/>
                </a:solidFill>
                <a:latin typeface="Calibri"/>
                <a:ea typeface="Calibri"/>
                <a:cs typeface="Calibri"/>
                <a:sym typeface="Calibri"/>
              </a:rPr>
              <a:t>Fri–Sun: bbox overlay polish, cost/latency report, demo video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One correlation ID reconstructs every multi-agent trace  ·  PHI-free logs verified in CI  ·  OpenEMR stays the single source of truth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2026-07-13T19:04:08Z</dcterms:created>
  <dc:creator>PptxGenJS</dc:creator>
</cp:coreProperties>
</file>